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口說課開場。跟學生說三件事：① 今天不寫，只講 ② 講錯沒關係，我最後才糾正 ③ 每個活動只用今天學過的句子。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這頁學生不用看。整節約 45–50 分鐘，時間不夠就跳活動 4、7、9（最難的三個）。每個活動的備註欄都有範例答案和常見錯誤。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老師先示範：Hi, I'm Ben. I'm from Taiwan. I'm Taiwanese. I'm a student. I'm 21 years old. Nice to meet you. 然後學生照框講一次，第二次不看簡報再講一次。常見錯誤：I'm come from（✗）→ I'm from；I am student（✗）→ I am a student。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老師唸問題，學生只能用 Yes, I am. / No, I'm not. / Yes, it is. / No, it isn't. 回答，然後補一句。節奏要快。回答完可以互換：學生問老師。範例：Are you hungry? → No, I'm not. I'm full.（full 沒教過，學生說 No, I'm not. 就夠了）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四個疑問詞混著問。學生回答要用完整句。問到 What is this? 時老師真的拿東西到鏡頭前。Where is your phone? 讓學生看一下再講。第二輪讓學生問老師，老師故意講錯一次看學生會不會發現。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老師先當 A、學生當 B 跑一次，再互換。第二輪把國家換掉（學生假裝是日本人／韓國人／加拿大人）。重點：Nice to meet you, too. 的 too；I'm a doctor. 的 a；No, I'm not. 後面要補正確答案。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學生選三個家人，每人講三句：是誰、幾歲（或 young / old）、怎麼樣。老師示範：This is my sister. She is 25 years old. She is tall and kind. 注意 he / she 不要混、brother 不分哥哥弟弟。進階：講到第三個人時加 and / but：She is kind, but she is serious.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老師先出題：He is a man. He is from Taiwan. He is tall. He is a basketball player. He is really famous. Who is this? 學生猜。接著學生出題，老師猜。限制：只能用 be 動詞句。學生卡住就給他「職業、國家、外表、年紀」四個方向。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學生拿桌上五樣東西到鏡頭前，自己問自己答：What is this? This is a pen. It is blue. 老師接著指遠的東西問 What is that? 逼學生用 that。複數：What are these? These are pens. 新單字不用查，不會講的東西直接說 I don't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短對話，重點是受格 for you / from me 和回應感謝。跑兩次：第一次送一樣東西（It's a ... ），第二次送很多樣（These are ...）。學生當送的人時，提醒 It's a present for you. 的 for 後面是受格。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學生看自己的桌子，連講五句東西的位置，每句用不同介係詞。老師先示範自己的桌子。然後老師問 Where is your ___? 學生答。常見錯誤：in the desk（✗，應該 on）、under desk（✗，少 the）、Where your bag is?（✗，順序）。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老師當店員，學生當顧客問三樣東西在哪。店員用對話 2 的句型回答，學生要重複一次位置確認（It's next to the meat section, right? 的 right 可以教，很口語）。互換後學生當店員，位置自己編。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老師唸情境（中文），學生馬上用英文反應，一句就好。答案不只一個。練到反射，不要想文法。可以第二輪加快速度。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把今天全部串起來。學生先看框講一次，老師計時。第二次把框收起來（切到下一頁）再講一次。講完老師只挑一個最常錯的地方糾正，其他稱讚。這段可以錄下來給學生當作業對照。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計時一分鐘。學生卡住只給提示詞（例如：family），不給整句。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學生講的時候在這張表上勾，活動結束一次講。每次只糾一到兩個，其他下次再說。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口說練習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E0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01 – 04　把今天學的講出來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自我介紹 · 快問快答 · 角色扮演 · 介紹家人 · 描述位置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7863840" cy="685800"/>
          </a:xfrm>
          <a:prstGeom prst="roundRect">
            <a:avLst>
              <a:gd name="adj" fmla="val 13333"/>
            </a:avLst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8404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規則：先講再說，講錯沒關係，老師最後才糾正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老師用　怎麼跑這一節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老師用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60350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822960"/>
                <a:gridCol w="64008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活動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自我介紹（暖身）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快問快答：Yes / No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一問一答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快問快答：Who / How / What / Where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1–4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一問一答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角色扮演：初次見面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介紹家人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猜猜看 Who is this?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描述＋猜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桌上的東西 What is this?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一問一答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角色扮演：送禮物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東西在哪裡 Where is...?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角色扮演：超市問路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反應練習：這時候說什麼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2–4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情境反應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一分鐘自我介紹（總結）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1–4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766560" y="96012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94944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1463040"/>
            <a:ext cx="155448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學生講的量 ＞ 老師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每個活動老師先示範一次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學生卡住：給第一個字，不給整句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糾錯留到活動結束，一次只糾一個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時間不夠：跳 4、7、9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自我介紹（暖身）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照著框講，一句一句來。講完第二次不看螢幕再講一次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Hi, I'm ________ 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from ________ .　　I'm ________ .（國籍）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a ________ .（身分／職業）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________ years old.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Nice to meet you.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3716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151790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國家／國籍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87452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Taiwan / Taiwanese　Japan / Japanese　Korea / Korean　the U.S.A. / American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9718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31181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47472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student　teacher　doctor　cook　police officer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快問快答　Yes / No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老師問，學生用 Yes / No 開頭回答，再多講一句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25880"/>
            <a:ext cx="1139952" cy="411480"/>
          </a:xfrm>
          <a:prstGeom prst="roundRect">
            <a:avLst>
              <a:gd name="adj" fmla="val 17778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597152" y="1325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853184" y="1325880"/>
            <a:ext cx="1139952" cy="411480"/>
          </a:xfrm>
          <a:prstGeom prst="roundRect">
            <a:avLst>
              <a:gd name="adj" fmla="val 17778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主詞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993136" y="1325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249168" y="1325880"/>
            <a:ext cx="1139952" cy="411480"/>
          </a:xfrm>
          <a:prstGeom prst="roundRect">
            <a:avLst>
              <a:gd name="adj" fmla="val 17778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補語 ?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87452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 a student?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 hungry?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 from Taipei?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 tall?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your room big?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your phone new?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your mom a teacher?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your friends Taiwanese?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it cold today?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 happy today?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132588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14721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1828800"/>
            <a:ext cx="35661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I am.　/　No, I'm not.</a:t>
            </a:r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it is.　/　No, it isn't.</a:t>
            </a:r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she is.　/　No, she isn't.</a:t>
            </a:r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they are.　/　No, they aren't.</a:t>
            </a:r>
            <a:pPr indent="0" marL="0">
              <a:spcAft>
                <a:spcPts val="200"/>
              </a:spcAft>
              <a:buNone/>
            </a:pP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33832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352958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再多講一句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937760" y="3886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No, I'm not. I'm from Taichung.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it is. It's really big.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快問快答　Who / How / What / Where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1–4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回答要用完整的句子，不能只講一個字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721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3657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 is your best friend?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 is your English teacher?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 is this?（指照片）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4721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828800"/>
            <a:ext cx="3657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old are you?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tall are you?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are you today?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1638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520440"/>
            <a:ext cx="3657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this?（老師拿東西）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your name?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your mom's name?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31638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520440"/>
            <a:ext cx="3657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are you now?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is your phone?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are you from?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　角色扮演　初次見面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先問，B 回答。跑完一次互換，第二輪換一個國家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2588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Hi, I'm ________ 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Hi, I'm ________ . Nice to meet you.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Nice to meet you, too. Are you a student?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I am. / No, I'm not. I'm a ________ . How about you?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a ________ . Where are you from?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from ________ . I'm ________ . Are you ________ , too?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I am. / No, I'm not. I'm ________ 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Good morning / afternoon / evening! See you later.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Bye. Take care.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3258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47218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假裝你來自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828800"/>
            <a:ext cx="21031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Japan / Japanese　Korea / Korean　Canada / Canadian　Italy / Italian　France / French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310896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325526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職業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611880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student　doctor　cook　painter　farmer　police officer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　介紹家人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2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選三個家人，每個人講三句。可以真的拿照片給鏡頭看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my ________ 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________ years old.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________ and ________ 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 / Her name is ________ 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361188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7581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114800"/>
            <a:ext cx="4754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kind, but she is serious.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用 but 轉折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dad and my mom are teachers.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兩個人用 are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52160" y="1371600"/>
            <a:ext cx="2834640" cy="1554480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5179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家人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1874520"/>
            <a:ext cx="2468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father / dad　mother / mom　brother　sister　grandpa　grandma　uncle　aunt　cousin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3063240"/>
            <a:ext cx="2834640" cy="1645920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3209544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形容詞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3566160"/>
            <a:ext cx="2468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tall　young　old　kind　cute　pretty　smart　cheerful　serious　healthy　busy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　猜猜看　Who is this?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2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一個人描述，一個人猜。只能用 be 動詞的句子，講 4–5 句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a man / woman.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from ________ 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________ .（外表）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a ________ .（職業）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________ years old.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 is this?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137160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15179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老師示範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1874520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a man. He is from Taiwan.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tall. He is a singer.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really famous. Who is this?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297180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0" y="311810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猜的人可以問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474720"/>
            <a:ext cx="26517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he a singer?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she from Korea?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old is he?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it ________ ?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　桌上的東西　What is this?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3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拿五樣東西到鏡頭前，近的用 this，遠的用 that，兩個以上用 these / those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47548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近・一個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is this?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This is a ________ . It is ________ .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遠・一個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is that?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That is a ________ . It is ________ .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近・很多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are these?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These are ________ s. They are ________ .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遠・很多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are those?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Those are ________ s. They are ________ .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3712464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桌上常見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40690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pen　book　cup　phone　bag　bottle　notebook　key　glasses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63440" y="35661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46320" y="3712464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形容詞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40690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big　small　new　old　pretty　cute　awesome　really ________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　角色扮演　送禮物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3　4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送東西給 B。第一輪送一樣，第二輪送很多樣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258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a present for you.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這是給你的禮物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Really? Thank you. What is it?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真的嗎？謝謝。是什麼？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It's a ________ . It's from ________ 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是＿＿。來自＿＿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Wow! It's really ________ . Thank you very much.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哇！真的很＿＿。非常謝謝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You're welcome. I'm glad you like it.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不客氣，很高興你喜歡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3258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147218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受格提醒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828800"/>
            <a:ext cx="22860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 you / for him / for her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from me / from us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love it.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it 當受詞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31089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325526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回應感謝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611880"/>
            <a:ext cx="2286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You're welcome.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 problem.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pleasure.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　東西在哪裡　Where is...?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4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看著自己的桌子，連講五句，每句用一個不同的介係詞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25880"/>
            <a:ext cx="1865376" cy="438912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________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322576" y="132588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578608" y="1325880"/>
            <a:ext cx="1865376" cy="438912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443984" y="132588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00016" y="1325880"/>
            <a:ext cx="1865376" cy="438912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介係詞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132588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21424" y="1325880"/>
            <a:ext cx="1865376" cy="438912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________ 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192024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phone is on the desk.</a:t>
            </a:r>
            <a:pPr indent="0" marL="0">
              <a:spcAft>
                <a:spcPts val="300"/>
              </a:spcAft>
              <a:buNone/>
            </a:pP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bag is under the chair.</a:t>
            </a:r>
            <a:pPr indent="0" marL="0">
              <a:spcAft>
                <a:spcPts val="300"/>
              </a:spcAft>
              <a:buNone/>
            </a:pP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cup is next to the laptop.</a:t>
            </a:r>
            <a:pPr indent="0" marL="0">
              <a:spcAft>
                <a:spcPts val="300"/>
              </a:spcAft>
              <a:buNone/>
            </a:pP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pen is between the book and the cup.</a:t>
            </a:r>
            <a:pPr indent="0" marL="0">
              <a:spcAft>
                <a:spcPts val="300"/>
              </a:spcAft>
              <a:buNone/>
            </a:pP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keys are in the bag.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複數用 are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35040" y="19202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2066544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介係詞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423160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　in　under　behind　in front of　next to　by　between A and B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35040" y="35204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366674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老師接著問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402336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is your phone?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are your keys?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114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再加兩句：I am here. My mom is at home / at work.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　角色扮演　超市問路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4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顧客問三樣東西，店員照右邊的平面圖回答。跑完互換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258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Excuse me. Where is the ________ section?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店員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It's next to the ________ section.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is the ________ section?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店員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It's between the ________ and the ________ 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are the eggs?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店員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They're on the ________ floor.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see. Thank you.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店員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You're welcome.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超市平面圖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0" y="16459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2nd floor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23560" y="2011680"/>
            <a:ext cx="914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3D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dairy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乳製品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011680"/>
            <a:ext cx="914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3D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eggs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雞蛋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011680"/>
            <a:ext cx="914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3D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frozen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冷凍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315468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7784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1st floor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623560" y="3520440"/>
            <a:ext cx="914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3D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fruit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水果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3520440"/>
            <a:ext cx="914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3D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vegetable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蔬菜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635240" y="3520440"/>
            <a:ext cx="914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3D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肉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　反應練習　這時候說什麼？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2–4　4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老師唸情境，學生馬上用一句英文反應。答案不只一個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你可以說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朋友給你看他拍的照片，很漂亮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Wow! How beautiful! / Fantastic!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朋友明天要考試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Good luck!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朋友要出國玩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Have a nice trip!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朋友幫了你一個忙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Thank you very much. / I appreciate your help.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朋友跟你說謝謝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You're welcome. / No problem.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朋友今天看起來很難過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 look down. What's wrong? / Are you okay?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早上在走廊遇到老師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Good morning!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晚上要掛電話了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Good night. See you later.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跟朋友道別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Bye. Take care.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你不知道答案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 don't know.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你聽懂了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 see. / I got it.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　一分鐘自我介紹（總結）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1–4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八句話把今天學的全部用上。第一次看框，第二次不看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26464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371600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Hi, I'm ________ . I'm from ________ . I'm a ________ 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82880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773936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________ years old. I'm ________ and ________ 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231136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2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2176272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my ________ . His / Her name is ________ 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63347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2578608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________ , but he / she is ________ 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03580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3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98094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my ________ . It's a present from ________ . I love it.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438144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4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3383280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am at ________ now. My ________ is on / in / under the ________ 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84048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4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785616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mom is at ________ . My friends are in ________ 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242816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4187952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Nice to meet you. See you later!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不看框，再講一次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提示：名字 → 國家 → 身分 → 年紀 → 家人 → 禮物 → 在哪裡 → 道別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8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 minute. Go!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老師用　今天最常見的錯誤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老師用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474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學生常講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為什麼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 am student.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 am a student.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職業、身分前面要 a / an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She am / He are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She is / He is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/ she / it 配 is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I'm come from Taiwan.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I'm from Taiwan.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 動詞後面直接接 from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is my the brother.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is my brother.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my 後面不加 the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 love she.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 love her.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動詞後面用受格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This is present for I.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This is a present for me.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介係詞後面用受格，別忘了 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Where you are?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Where are you?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疑問詞後面先 be 動詞再主詞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How old is you?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How old are you?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 配 are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My phone is in the desk.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My phone is on the desk.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桌面上用 on，裡面才用 in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I'm in home.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I'm at home.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家、學校、公司用 at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These is my books.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These are my books.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these / those 配 are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Nice to meet you too.（沒說）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Nice to meet you, too.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回應要加 too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基礎英文 Chapter 01–04 口說練習</dc:title>
  <dc:subject>PptxGenJS Presentation</dc:subject>
  <dc:creator>PptxGenJS</dc:creator>
  <cp:lastModifiedBy>PptxGenJS</cp:lastModifiedBy>
  <cp:revision>1</cp:revision>
  <dcterms:created xsi:type="dcterms:W3CDTF">2026-10-04T14:27:40Z</dcterms:created>
  <dcterms:modified xsi:type="dcterms:W3CDTF">2026-10-04T14:27:40Z</dcterms:modified>
</cp:coreProperties>
</file>